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D84CD847-E3C2-4883-BC9D-5F7926A8762F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3E042-4B66-4028-9AD8-E3252D9C18E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4121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CD847-E3C2-4883-BC9D-5F7926A8762F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3E042-4B66-4028-9AD8-E3252D9C1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560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CD847-E3C2-4883-BC9D-5F7926A8762F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3E042-4B66-4028-9AD8-E3252D9C18E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6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CD847-E3C2-4883-BC9D-5F7926A8762F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3E042-4B66-4028-9AD8-E3252D9C1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697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CD847-E3C2-4883-BC9D-5F7926A8762F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3E042-4B66-4028-9AD8-E3252D9C1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180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CD847-E3C2-4883-BC9D-5F7926A8762F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3E042-4B66-4028-9AD8-E3252D9C1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285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CD847-E3C2-4883-BC9D-5F7926A8762F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3E042-4B66-4028-9AD8-E3252D9C1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024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CD847-E3C2-4883-BC9D-5F7926A8762F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3E042-4B66-4028-9AD8-E3252D9C1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370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CD847-E3C2-4883-BC9D-5F7926A8762F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3E042-4B66-4028-9AD8-E3252D9C18E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4260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CD847-E3C2-4883-BC9D-5F7926A8762F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3E042-4B66-4028-9AD8-E3252D9C1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962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CD847-E3C2-4883-BC9D-5F7926A8762F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3E042-4B66-4028-9AD8-E3252D9C18E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1129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84CD847-E3C2-4883-BC9D-5F7926A8762F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403E042-4B66-4028-9AD8-E3252D9C18E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9927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2B14D-7BF4-9870-D109-5628E77CE0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Powerpoint</a:t>
            </a:r>
            <a:r>
              <a:rPr lang="en-US" dirty="0"/>
              <a:t> for Front end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BE182D-C0F9-643A-A345-D005AC88D0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Eng. </a:t>
            </a:r>
            <a:r>
              <a:rPr lang="en-US"/>
              <a:t>Reema Asker</a:t>
            </a:r>
          </a:p>
        </p:txBody>
      </p:sp>
    </p:spTree>
    <p:extLst>
      <p:ext uri="{BB962C8B-B14F-4D97-AF65-F5344CB8AC3E}">
        <p14:creationId xmlns:p14="http://schemas.microsoft.com/office/powerpoint/2010/main" val="17747914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8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Tw Cen MT</vt:lpstr>
      <vt:lpstr>Tw Cen MT Condensed</vt:lpstr>
      <vt:lpstr>Wingdings 3</vt:lpstr>
      <vt:lpstr>Integral</vt:lpstr>
      <vt:lpstr>Powerpoint for Front end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reema asker</dc:creator>
  <cp:lastModifiedBy>reema asker</cp:lastModifiedBy>
  <cp:revision>2</cp:revision>
  <dcterms:created xsi:type="dcterms:W3CDTF">2026-02-17T13:51:09Z</dcterms:created>
  <dcterms:modified xsi:type="dcterms:W3CDTF">2026-02-17T13:51:36Z</dcterms:modified>
</cp:coreProperties>
</file>